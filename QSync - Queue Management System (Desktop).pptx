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66" r:id="rId2"/>
    <p:sldId id="256" r:id="rId3"/>
    <p:sldId id="260" r:id="rId4"/>
    <p:sldId id="264" r:id="rId5"/>
    <p:sldId id="259" r:id="rId6"/>
    <p:sldId id="265" r:id="rId7"/>
    <p:sldId id="257" r:id="rId8"/>
    <p:sldId id="258" r:id="rId9"/>
    <p:sldId id="261" r:id="rId10"/>
    <p:sldId id="262" r:id="rId11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27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0F0570-0D9F-4F76-A298-F180C525350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8C712-4310-4924-94A7-435E13383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459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D100-B280-4CB2-989B-463D84E99B0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0986E-6F7E-4CBB-816F-C29C34E5B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514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D100-B280-4CB2-989B-463D84E99B0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0986E-6F7E-4CBB-816F-C29C34E5B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22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D100-B280-4CB2-989B-463D84E99B0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0986E-6F7E-4CBB-816F-C29C34E5B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527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D100-B280-4CB2-989B-463D84E99B0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0986E-6F7E-4CBB-816F-C29C34E5B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751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D100-B280-4CB2-989B-463D84E99B0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0986E-6F7E-4CBB-816F-C29C34E5B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01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D100-B280-4CB2-989B-463D84E99B0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0986E-6F7E-4CBB-816F-C29C34E5B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875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D100-B280-4CB2-989B-463D84E99B0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0986E-6F7E-4CBB-816F-C29C34E5B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302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D100-B280-4CB2-989B-463D84E99B0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0986E-6F7E-4CBB-816F-C29C34E5B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29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D100-B280-4CB2-989B-463D84E99B0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0986E-6F7E-4CBB-816F-C29C34E5B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507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D100-B280-4CB2-989B-463D84E99B0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0986E-6F7E-4CBB-816F-C29C34E5B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550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D100-B280-4CB2-989B-463D84E99B0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0986E-6F7E-4CBB-816F-C29C34E5B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030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AD100-B280-4CB2-989B-463D84E99B0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10986E-6F7E-4CBB-816F-C29C34E5B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848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white sign with a book and a candle&#10;&#10;AI-generated content may be incorrect.">
            <a:extLst>
              <a:ext uri="{FF2B5EF4-FFF2-40B4-BE49-F238E27FC236}">
                <a16:creationId xmlns:a16="http://schemas.microsoft.com/office/drawing/2014/main" id="{963364CB-C3AF-A091-CEC2-FCA0C70F4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660" y="911860"/>
            <a:ext cx="2392680" cy="2710180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E09DD9-2A50-714F-9A2D-1ACC8C6E1E74}"/>
              </a:ext>
            </a:extLst>
          </p:cNvPr>
          <p:cNvSpPr txBox="1"/>
          <p:nvPr/>
        </p:nvSpPr>
        <p:spPr>
          <a:xfrm>
            <a:off x="728663" y="3943348"/>
            <a:ext cx="5429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Khulna University of Engineering &amp; Technology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F3210A-F276-2CBB-08D8-2D1B4BBE9685}"/>
              </a:ext>
            </a:extLst>
          </p:cNvPr>
          <p:cNvSpPr txBox="1"/>
          <p:nvPr/>
        </p:nvSpPr>
        <p:spPr>
          <a:xfrm>
            <a:off x="714375" y="4338695"/>
            <a:ext cx="5429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006812-BD18-1E25-8A56-CF1B04DBF2BD}"/>
              </a:ext>
            </a:extLst>
          </p:cNvPr>
          <p:cNvSpPr txBox="1"/>
          <p:nvPr/>
        </p:nvSpPr>
        <p:spPr>
          <a:xfrm>
            <a:off x="1428750" y="5257797"/>
            <a:ext cx="4014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Report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C46BA8-510D-21F5-9171-095C74234580}"/>
              </a:ext>
            </a:extLst>
          </p:cNvPr>
          <p:cNvSpPr txBox="1"/>
          <p:nvPr/>
        </p:nvSpPr>
        <p:spPr>
          <a:xfrm>
            <a:off x="1035844" y="5627129"/>
            <a:ext cx="4814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QSync - Queue Management System</a:t>
            </a: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D39728-DA1A-793A-7A48-44ADD9B99F0A}"/>
              </a:ext>
            </a:extLst>
          </p:cNvPr>
          <p:cNvSpPr txBox="1"/>
          <p:nvPr/>
        </p:nvSpPr>
        <p:spPr>
          <a:xfrm>
            <a:off x="860822" y="6315075"/>
            <a:ext cx="513635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		: Mutiur Rahman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			: 220797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			: Second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			: Second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No 	: CSE 2200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	: Advance Programming Laboratory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of Submission : 14/01/2026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82AA45-0600-7720-FD9F-F2A915F8F651}"/>
              </a:ext>
            </a:extLst>
          </p:cNvPr>
          <p:cNvSpPr txBox="1"/>
          <p:nvPr/>
        </p:nvSpPr>
        <p:spPr>
          <a:xfrm>
            <a:off x="2493169" y="8958263"/>
            <a:ext cx="18716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(Desktop)</a:t>
            </a:r>
          </a:p>
        </p:txBody>
      </p:sp>
    </p:spTree>
    <p:extLst>
      <p:ext uri="{BB962C8B-B14F-4D97-AF65-F5344CB8AC3E}">
        <p14:creationId xmlns:p14="http://schemas.microsoft.com/office/powerpoint/2010/main" val="1265976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85">
            <a:extLst>
              <a:ext uri="{FF2B5EF4-FFF2-40B4-BE49-F238E27FC236}">
                <a16:creationId xmlns:a16="http://schemas.microsoft.com/office/drawing/2014/main" id="{F3115F7E-5A85-00FF-6FAE-10F738F8E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456315"/>
          </a:xfrm>
        </p:spPr>
        <p:txBody>
          <a:bodyPr>
            <a:noAutofit/>
          </a:bodyPr>
          <a:lstStyle/>
          <a:p>
            <a:pPr algn="ctr"/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QSync - Queue Management System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Content Placeholder 86">
            <a:extLst>
              <a:ext uri="{FF2B5EF4-FFF2-40B4-BE49-F238E27FC236}">
                <a16:creationId xmlns:a16="http://schemas.microsoft.com/office/drawing/2014/main" id="{241E258F-6031-DEF5-2979-86799461C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929641"/>
            <a:ext cx="5915025" cy="8448954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QSync is a comprehensive Desktop-based queue management system designed for those facilities to streamline appointment scheduling and queue management. The application provides a dual-interface solution with separate portals for patients and administrators, enabling efficient management of departments, doctors, and patient queues in real-time.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 User Interface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Separate portals for patients and administrators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Queue Management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Live tracking of patient queues across departments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Integration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Secure authentication and SQLite database synchronization.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&amp; Doctor Management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Admin tools to manage healthcare providers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Priority-based Queuing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Support for normal, urgent, and emergency appointments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Profiles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Personalized user accounts with appointment history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Details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QSync Desktop is built on a modular architecture that emphasizes reliability and performance: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Technologies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Developed using Java 25, leveraging modern language features for performance and safety.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JavaFX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Utilizes JavaFX 21 for the graphical user interface, providing a smooth and responsive desktop experience.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Uses SQLite 3 for local data persistence, ensuring fast access without the need for a separate database server.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Patterns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Model-View-Controller (MVC)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Decouples business logic from the user interface, allowing for independent development and testing of each component.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Access Object (DAO)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Provides an abstraction layer for database operations, ensuring that the application logic remains independent of the storage mechanism.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Layer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Encapsulates core business processes (e.g., appointment scheduling, session management) to ensure code reusability and consistency.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689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7C9E3-EF7C-60D1-57F3-7DE0AF2E5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ontent Placeholder 86">
            <a:extLst>
              <a:ext uri="{FF2B5EF4-FFF2-40B4-BE49-F238E27FC236}">
                <a16:creationId xmlns:a16="http://schemas.microsoft.com/office/drawing/2014/main" id="{F55C05DD-6B54-631C-309A-E82E084E4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548640"/>
            <a:ext cx="5915025" cy="882995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uses an embedded SQLite database (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qsync.db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with a strictly enforced relational schema:</a:t>
            </a:r>
          </a:p>
          <a:p>
            <a:pPr marL="3429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Tables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users: Stores patient profile information.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admins: Stores administrative credentials.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 All passwords are stored as cryptographic hashes (SHA-256).</a:t>
            </a:r>
          </a:p>
          <a:p>
            <a:pPr marL="3429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Hierarchy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departments: Categorizes medical services.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doctors: Profiles medical staff with associations to specific departments.</a:t>
            </a:r>
          </a:p>
          <a:p>
            <a:pPr marL="3429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Management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appointments: The core table tracking patient tokens, schedules, and various statuses (Waiting, In Progress, Completed, Cancelled).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Integrity: Implemented using foreign key constraints and triggered timestamps.</a:t>
            </a:r>
          </a:p>
          <a:p>
            <a:pPr marL="342900" lvl="1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System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 &amp; Registration: Email/password authentication via Local Auth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Login: Separate admin authentication portal with role-based access control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Auto-login: Automatic session management with token refresh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Detection: RBAC (Role Bases Access Control) for admin and user login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Portal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 complete patient-facing interface with 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Sidebar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navigation: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Fragment: Dashboard displaying overview of all data.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Fragment: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and doctor selection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level selection (Normal, Urgent, Emergency)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Symptoms/reason for visit input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wait time calculation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position preview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Fragment: View past appointments and queue history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Fragment: User profile management and settings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Sidebar: A sidebar for navigating to all pages and also a sign out button at the bottom.</a:t>
            </a:r>
          </a:p>
          <a:p>
            <a:pPr marL="342900" lvl="1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763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7C9E3-EF7C-60D1-57F3-7DE0AF2E5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ontent Placeholder 86">
            <a:extLst>
              <a:ext uri="{FF2B5EF4-FFF2-40B4-BE49-F238E27FC236}">
                <a16:creationId xmlns:a16="http://schemas.microsoft.com/office/drawing/2014/main" id="{F55C05DD-6B54-631C-309A-E82E084E4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548640"/>
            <a:ext cx="5915025" cy="88299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Portal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administrative dashboard with: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Home: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queue monitoring with expandable tree view</a:t>
            </a:r>
          </a:p>
          <a:p>
            <a:pPr lvl="1">
              <a:lnSpc>
                <a:spcPct val="10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status updates (Waiting, In Progress, Completed, Cancelled)</a:t>
            </a:r>
          </a:p>
          <a:p>
            <a:pPr lvl="1">
              <a:lnSpc>
                <a:spcPct val="10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and doctor-wise queue organization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Fragment: Central hub for administrative tasks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management (Add, Edit, Delete)</a:t>
            </a:r>
          </a:p>
          <a:p>
            <a:pPr lvl="1">
              <a:lnSpc>
                <a:spcPct val="10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management (Add, Edit, Delete with department assignment)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Profile: Admin account settings and logout functionality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Fragment: Archive of completed appointments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Sidebar: A sidebar for navigating to all pages and also a sign out button at the bottom.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User: Patient information model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Healthcare department structure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Doctor: Doctor profiles with department associations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Queue: Appointment queue items with status tracking</a:t>
            </a:r>
          </a:p>
          <a:p>
            <a:pPr marL="3429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273E05-D83F-3BBF-E424-DC0CD0BC79B9}"/>
              </a:ext>
            </a:extLst>
          </p:cNvPr>
          <p:cNvSpPr txBox="1"/>
          <p:nvPr/>
        </p:nvSpPr>
        <p:spPr>
          <a:xfrm>
            <a:off x="1500186" y="4552890"/>
            <a:ext cx="3857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3139F7-7362-2545-2767-30ED5E810CFE}"/>
              </a:ext>
            </a:extLst>
          </p:cNvPr>
          <p:cNvSpPr txBox="1"/>
          <p:nvPr/>
        </p:nvSpPr>
        <p:spPr>
          <a:xfrm>
            <a:off x="528636" y="4953000"/>
            <a:ext cx="29003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JavaFX (Design)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 (Build)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(Database)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26BEE6-F0CB-7945-C4B7-5682634664CB}"/>
              </a:ext>
            </a:extLst>
          </p:cNvPr>
          <p:cNvSpPr txBox="1"/>
          <p:nvPr/>
        </p:nvSpPr>
        <p:spPr>
          <a:xfrm>
            <a:off x="1500186" y="6027023"/>
            <a:ext cx="3857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8B3149-13AF-B048-4DFE-704EFCD72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29" y="6516236"/>
            <a:ext cx="6151942" cy="288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146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C06A7-BA69-F7AF-56E7-D75629B0B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8BF7FB-94A7-5C54-3E8A-AAE877E85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33692"/>
            <a:ext cx="6400800" cy="33955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33C345D-B376-9FBE-DC35-9DE280177B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5570111"/>
            <a:ext cx="6400800" cy="340219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53DC31C-C267-C38D-B792-F4F4619F4176}"/>
              </a:ext>
            </a:extLst>
          </p:cNvPr>
          <p:cNvSpPr txBox="1"/>
          <p:nvPr/>
        </p:nvSpPr>
        <p:spPr>
          <a:xfrm>
            <a:off x="2443163" y="4443413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A857F1-EB2B-1474-C92C-2F00F76736A6}"/>
              </a:ext>
            </a:extLst>
          </p:cNvPr>
          <p:cNvSpPr txBox="1"/>
          <p:nvPr/>
        </p:nvSpPr>
        <p:spPr>
          <a:xfrm>
            <a:off x="2343150" y="8972308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</a:t>
            </a:r>
          </a:p>
        </p:txBody>
      </p:sp>
    </p:spTree>
    <p:extLst>
      <p:ext uri="{BB962C8B-B14F-4D97-AF65-F5344CB8AC3E}">
        <p14:creationId xmlns:p14="http://schemas.microsoft.com/office/powerpoint/2010/main" val="2835895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5DCCF-2825-89E4-2A7C-55B585DBD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322A3A-31C3-0FCC-DC90-974333E591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5242250"/>
            <a:ext cx="4424423" cy="19716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97D30A-3FB6-CB06-3BC6-5434E900D4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904" y="7213943"/>
            <a:ext cx="2528496" cy="1792690"/>
          </a:xfrm>
          <a:prstGeom prst="rect">
            <a:avLst/>
          </a:prstGeom>
        </p:spPr>
      </p:pic>
      <p:sp>
        <p:nvSpPr>
          <p:cNvPr id="8" name="Freeform 4">
            <a:extLst>
              <a:ext uri="{FF2B5EF4-FFF2-40B4-BE49-F238E27FC236}">
                <a16:creationId xmlns:a16="http://schemas.microsoft.com/office/drawing/2014/main" id="{95773E18-8405-7966-3C94-DCEE9500A938}"/>
              </a:ext>
            </a:extLst>
          </p:cNvPr>
          <p:cNvSpPr/>
          <p:nvPr/>
        </p:nvSpPr>
        <p:spPr>
          <a:xfrm rot="5400000" flipH="1">
            <a:off x="4607906" y="5860886"/>
            <a:ext cx="1398173" cy="1307940"/>
          </a:xfrm>
          <a:custGeom>
            <a:avLst/>
            <a:gdLst/>
            <a:ahLst/>
            <a:cxnLst/>
            <a:rect l="l" t="t" r="r" b="b"/>
            <a:pathLst>
              <a:path w="4039985" h="4114800">
                <a:moveTo>
                  <a:pt x="4039986" y="0"/>
                </a:moveTo>
                <a:lnTo>
                  <a:pt x="0" y="0"/>
                </a:lnTo>
                <a:lnTo>
                  <a:pt x="0" y="4114800"/>
                </a:lnTo>
                <a:lnTo>
                  <a:pt x="4039986" y="4114800"/>
                </a:lnTo>
                <a:lnTo>
                  <a:pt x="403998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022ACF-2A0C-2B98-F583-CA49776E05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899367"/>
            <a:ext cx="6400800" cy="33955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F03E03-886A-4662-BEF1-105C41D5DB6F}"/>
              </a:ext>
            </a:extLst>
          </p:cNvPr>
          <p:cNvSpPr txBox="1"/>
          <p:nvPr/>
        </p:nvSpPr>
        <p:spPr>
          <a:xfrm>
            <a:off x="2443163" y="4443413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4B9658-ED6A-BD94-B09B-775D5509C3C6}"/>
              </a:ext>
            </a:extLst>
          </p:cNvPr>
          <p:cNvSpPr txBox="1"/>
          <p:nvPr/>
        </p:nvSpPr>
        <p:spPr>
          <a:xfrm>
            <a:off x="2343150" y="9012141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Joining</a:t>
            </a:r>
          </a:p>
        </p:txBody>
      </p:sp>
    </p:spTree>
    <p:extLst>
      <p:ext uri="{BB962C8B-B14F-4D97-AF65-F5344CB8AC3E}">
        <p14:creationId xmlns:p14="http://schemas.microsoft.com/office/powerpoint/2010/main" val="434389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ACABB-46A2-3A5C-56B7-EC43D6B08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EA1A59-8ADE-704C-2FBC-28182A7F0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848510"/>
            <a:ext cx="6400800" cy="3395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7EF09C-543D-9C4F-E4C1-C4D39AD89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590588"/>
            <a:ext cx="6400800" cy="34055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04A0D2-7C32-79A5-43EB-7B42CF2BD69C}"/>
              </a:ext>
            </a:extLst>
          </p:cNvPr>
          <p:cNvSpPr txBox="1"/>
          <p:nvPr/>
        </p:nvSpPr>
        <p:spPr>
          <a:xfrm>
            <a:off x="2443163" y="4443413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History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7AD3E8-13B2-032A-F204-A9AFBFA5D126}"/>
              </a:ext>
            </a:extLst>
          </p:cNvPr>
          <p:cNvSpPr txBox="1"/>
          <p:nvPr/>
        </p:nvSpPr>
        <p:spPr>
          <a:xfrm>
            <a:off x="2343150" y="8996121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</a:t>
            </a:r>
          </a:p>
        </p:txBody>
      </p:sp>
    </p:spTree>
    <p:extLst>
      <p:ext uri="{BB962C8B-B14F-4D97-AF65-F5344CB8AC3E}">
        <p14:creationId xmlns:p14="http://schemas.microsoft.com/office/powerpoint/2010/main" val="4094269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4450B-D0B4-D4BD-2EB1-26E946667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9B4434-6703-9161-DA62-39A8C1F8D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65831"/>
            <a:ext cx="6400800" cy="33888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0F5951-292F-1AA6-6862-7E55D3C11C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5651315"/>
            <a:ext cx="6400800" cy="33955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A8260E1-AC68-9BA1-465D-DA8DBD5F121D}"/>
              </a:ext>
            </a:extLst>
          </p:cNvPr>
          <p:cNvSpPr txBox="1"/>
          <p:nvPr/>
        </p:nvSpPr>
        <p:spPr>
          <a:xfrm>
            <a:off x="2443163" y="4443413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Login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8C5698-F14C-5886-92F0-66975FA36783}"/>
              </a:ext>
            </a:extLst>
          </p:cNvPr>
          <p:cNvSpPr txBox="1"/>
          <p:nvPr/>
        </p:nvSpPr>
        <p:spPr>
          <a:xfrm>
            <a:off x="2343150" y="9046840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</a:p>
        </p:txBody>
      </p:sp>
    </p:spTree>
    <p:extLst>
      <p:ext uri="{BB962C8B-B14F-4D97-AF65-F5344CB8AC3E}">
        <p14:creationId xmlns:p14="http://schemas.microsoft.com/office/powerpoint/2010/main" val="4180499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42F87-5DCC-6E1E-F53B-838FC0F0B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A2AE0D-D3D8-F4BE-07DF-1C4657657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74757"/>
            <a:ext cx="6400800" cy="33988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06414E-A97C-64A4-B359-CC7F5BE4E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635718"/>
            <a:ext cx="6400800" cy="33955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FA5C3E-AB5E-4413-5221-CE1240B8D169}"/>
              </a:ext>
            </a:extLst>
          </p:cNvPr>
          <p:cNvSpPr txBox="1"/>
          <p:nvPr/>
        </p:nvSpPr>
        <p:spPr>
          <a:xfrm>
            <a:off x="2443163" y="4443413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Todays Queues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C3DCA7-1F2C-4DA5-E2F9-01E43FB4AA1D}"/>
              </a:ext>
            </a:extLst>
          </p:cNvPr>
          <p:cNvSpPr txBox="1"/>
          <p:nvPr/>
        </p:nvSpPr>
        <p:spPr>
          <a:xfrm>
            <a:off x="2343150" y="9031243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History</a:t>
            </a:r>
          </a:p>
        </p:txBody>
      </p:sp>
    </p:spTree>
    <p:extLst>
      <p:ext uri="{BB962C8B-B14F-4D97-AF65-F5344CB8AC3E}">
        <p14:creationId xmlns:p14="http://schemas.microsoft.com/office/powerpoint/2010/main" val="4148487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3B347-049B-FBE3-DBA4-FDD53D1AD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67C6A8-F44D-41A9-252E-814191E9E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87256"/>
            <a:ext cx="6400800" cy="34021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1A6733-D1F8-A56E-EF36-21A7967CE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616547"/>
            <a:ext cx="6400800" cy="33921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49D0B0-8C72-CF58-E375-28FB076E4BBF}"/>
              </a:ext>
            </a:extLst>
          </p:cNvPr>
          <p:cNvSpPr txBox="1"/>
          <p:nvPr/>
        </p:nvSpPr>
        <p:spPr>
          <a:xfrm>
            <a:off x="2128838" y="4443413"/>
            <a:ext cx="2600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Management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6EFEF6-57E7-C6C7-3D8E-F23394F5E142}"/>
              </a:ext>
            </a:extLst>
          </p:cNvPr>
          <p:cNvSpPr txBox="1"/>
          <p:nvPr/>
        </p:nvSpPr>
        <p:spPr>
          <a:xfrm>
            <a:off x="2343150" y="9008738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Management</a:t>
            </a:r>
          </a:p>
        </p:txBody>
      </p:sp>
    </p:spTree>
    <p:extLst>
      <p:ext uri="{BB962C8B-B14F-4D97-AF65-F5344CB8AC3E}">
        <p14:creationId xmlns:p14="http://schemas.microsoft.com/office/powerpoint/2010/main" val="2044151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204</TotalTime>
  <Words>745</Words>
  <Application>Microsoft Office PowerPoint</Application>
  <PresentationFormat>A4 Paper (210x297 mm)</PresentationFormat>
  <Paragraphs>102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QSync - Queue Management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Mutiur Rahman</dc:creator>
  <cp:lastModifiedBy>Mutiur Rahman</cp:lastModifiedBy>
  <cp:revision>9</cp:revision>
  <dcterms:created xsi:type="dcterms:W3CDTF">2026-01-13T13:38:28Z</dcterms:created>
  <dcterms:modified xsi:type="dcterms:W3CDTF">2026-01-13T17:12:05Z</dcterms:modified>
</cp:coreProperties>
</file>